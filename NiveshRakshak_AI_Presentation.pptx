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SANGYAN INVESTOR RESILIENCE HACKATHON 2026  |  INVESTOR PROTECTION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NiveshRakshak AI (निवेशरक्षक)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Explainable Multi-Modal Investor Protection &amp; Financial Misinformation Detection Platform for Indian Retail Investors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11887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Vernacular-First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English, हिन्दी &amp; मराठी Parity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754880"/>
            <a:ext cx="3200400" cy="11887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93776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Multi-Channel Shield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Screenshot, Text, URL &amp;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54880"/>
            <a:ext cx="3200400" cy="11887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93776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Safety Guardrails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Strictly Non-Advisory / Educational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CORE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India's Retail Investment Boom vs. Sophisticated Financial Fraud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Over 16 Crore Demat accounts exist today, with 70%+ incremental growth coming from Tier-2/3 cities.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THREAT LANDSCAPE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Surge in Multi-Channel Scams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WhatsApp &amp; Telegram 'VIP Jackpot' groups claiming 100% daily guaranteed returns.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Social engineering Demat freeze calls demanding urgent verification OTPs.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Pump-and-dump cartels trapping retail investors in illiquid penny stocks.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Lookalike broker phishing domains mimicking Zerodha, AngelOne, Groww, and SBI.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RETAIL INVESTOR DILEMMA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The Vulnerability Gap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First-time investors in Tier-2/3 regions lack formal financial education.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Regulatory disclaimers are written in dense, intimidating English legal jargon.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Finfluencers exploit FOMO using rented luxury cars and inspect-element profit fakes.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Victims frequently lose lifetime savings within 48 hours of initial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CURRENT LIMITATIONS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Why Existing Tools Fail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Generic AI chatbots hallucinate or provide unsolicited buy/sell trading advice.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No unified tool exists to verify WhatsApp screenshots, URLs, and claims in one place.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Senior citizens and rural investors cannot navigate complex desktop portals.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Lack of vernacular speech support (Hindi &amp; Marathi voice queries ignored).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NiveshRakshak AI: A Defense-in-Depth Protection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dual-engine platform combining deterministic SEBI statutory rules with contextual LLM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CHANNEL AGNOSTIC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1. Multi-Modal Verification Shield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Screenshot OCR (Tesseract + PIL) to inspect WhatsApp/Telegram forwards.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URL Safety Engine detecting punycode, broker impersonation &amp; disposable TLDs.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Claim Verifier validating SEBI statutory registration prefixes (INH, INA, INZ, INP).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ACCESSIBLE &amp; TRANSPARENT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2. Explainable Vernacular Diagnostics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0-100 Risk Score with explicit red-flag breakdown &amp; point deductions.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Full multilingual parity in English, हिन्दी, and मराठी.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Vernacular Voice Assistant with Web Speech API STT and tailored elder TTS.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PROACTIVE CAPACITY BUILDING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3. Interactive Scam Resilience Simulator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8 real-world Tier-2/3 scam scenarios testing urgency, FOMO &amp; UPI tricks.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Instant behavioral feedback and shareable Investor Safety Certificate.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Contextual shortcuts to 8 foundational financial education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34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PUBLIC-GOOD ARCHITECTURE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4. Regulatory Safety &amp; Ethical Guardrails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Strictly educational: ZERO stock tips, trading advice, or portfolio management.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Zero Personal Data Stored: No OTPs, passwords, or bank numbers ever persisted.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Emergency 1-click connection to National Cybercrime Helpline (1930).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FEATURE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Six Specialized Verification &amp; Protection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Purpose-built micro-engines addressing every touchpoint of retail investor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A. Screenshot Analyzer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Tesseract OCR + heuristic scanning extracts text from forwarded images and flags scam patterns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B. URL Safety Checker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Inspects domains for IDN homograph punycode (xn--), broker typosquatting, port exploitation, and HTTP traps.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48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C. Claim Verifier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Regex-audits SEBI 12-character registration numbers (INH, INA, INZ, INP) and enforces guaranteed return bans.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33832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D. Content Classifier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Calculates Promotional vs. Educational scores, flagging VIP funnels, urgency triggers, and penny stock hype.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297680"/>
            <a:ext cx="33832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E. Regional Voice AI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Voice-in, Voice-out assistant with slow speech rate for seniors, delivering vernacular safety verdicts.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297680"/>
            <a:ext cx="33832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434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F. Resilience Test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Practical simulation with 8 Indian fraud scenarios, generating verifiable investor safety badges.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TECHNICAL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High-Performance, Zero-Downtime Hybrid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with local-first deterministic rule fallbacks to guarantee 100% availability even during network cuts.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CLIENT PRESENTATION TIER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Frontend (Next.js 16)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Next.js 16.3.8 App Router with Turbopack for ultra-fast compilation.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React 19 with Tailwind CSS v4 design system and Lucide icons.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Web Speech API for native browser speech-to-text and vernacular synthesis.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19 fully static prerendered routes with zero hydration mismatches.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APPLICATION &amp; HEURISTICS TIER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Backend (FastAPI)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FastAPI (Python 3.13) high-concurrency async REST endpoints.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Rule-Based Statutory Engine + Fallback Heuristics for 100% offline reliability.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Tesseract OCR &amp; PIL image processing pipelines.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SQLite privacy-preserving analytics database (GDPR-ready single &amp; bulk purge).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GOVERNANCE &amp; COMPLIANCE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Safety &amp; Regulatory Layer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SEBI PFUTP (Prohibition of Fraudulent &amp; Unfair Trade Practices) rules.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SEBI Intermediaries Registry validation rules (INH, INA, INZ, INP).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Strict Content Guardrails: Automatic refusal of trading or buy/sell calls.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Direct integration with National Cybercrime Reporting Portal (1930).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QUALITY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Exhaustive Empirical Validation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Every module backed by automated unit, integration, and end-to-end network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645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Backend Test Suite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20/20 test cases passing in test_backend.py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1645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48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Live Network Suite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10/10 real HTTP endpoints validated in test_live_system.py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60320" cy="1645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19 / 19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Static Routes Built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Next.js Turbopack compiled with 0 TypeScript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11680"/>
            <a:ext cx="2560320" cy="1645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148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3 Languages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Multilingual Parity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Zero-loss translation across EN, हिन्दी &amp; मराठी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ADVERSARIAL TESTING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Edge Case Resilience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Handles empty strings, 50,000-character spam dumps, and malformed URLs gracefully.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Punycode homoglyph detection (e.g. xn--zerdha-...) blocks deceptive Cyrillic lookalikes.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Broker typo detection identifies fake subdomains on disposable .click, .xyz, and .top TLDs.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DEPLOYMENT READINESS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Live Integration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Validated live against running FastAPI backend on http://127.0.0.1:8000.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Confirmed live Next.js dev server on http://localhost:3000.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Privacy Center deletion endpoint confirmed to purge SQLite tables on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From Suspicious Message to Verified Protection in 5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Designed for frictionless adoption by first-time investors without technical hurdles.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5740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Step 1: Receive Message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User receives a WhatsApp forward promising 500% profit with 'SEBI Approval'.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2286000"/>
            <a:ext cx="205740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246888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Step 2: Submit to Platform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User uploads screenshot, pastes link, or speaks query into the Voice Assistant.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86000"/>
            <a:ext cx="205740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46888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Step 3: Instant Forensic Audit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System inspects claims, scans SEBI registration prefixes, and verifies URL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86000"/>
            <a:ext cx="205740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46888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Step 4: Explainable Verdict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Delivers 0-100 Risk Score, flags red flags, and provides vernacular audio summary.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86000"/>
            <a:ext cx="205740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2468880"/>
            <a:ext cx="1783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05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Step 5: Educate &amp; Shield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Directs user to Cyber Helpline (1930) or Learn module to prevent future victimhood.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Scalability, Ecosystem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Building India's National Investor Resilience Shield.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NATIONAL PUBLIC GOOD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Social Impact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Protects retirement savings and household emergency funds from cyber cartels.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Democratizes regulatory transparency for non-English speaking citizens.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Encourages legitimate wealth creation through regulated mutual funds &amp; index SIPs.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Reduces grievance backlogs for SEBI and cyber police stations.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NEAR-TERM MILESTONES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Product Roadmap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WhatsApp &amp; Telegram automated bot integration for 1-click forward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Live automated sync with SEBI SCORES &amp; BSE/NSE API registries.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Browser Extension to dynamically warn against phishing broker URLs in real-time.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Expansion to 10 additional regional languages (Tamil, Telugu, Bengali, Kannada).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READY FOR EVALUATION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Hackathon Submission Summary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Complete Full-Stack Prototype operational on FastAPI + Next.js 16.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Fully verified across 20+ test scenarios with 100% passing rate.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Available for live demonstration and immediate open-source evaluation.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Developed with passion for the SANGYAN Investor Resilience Hackathon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